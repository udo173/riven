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D166"/>
                </a:solidFill>
              </a:defRPr>
            </a:pPr>
            <a:r>
              <a:t>PROJECT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Riven Musik-Projekt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06.04.2026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166"/>
                </a:solidFill>
              </a:defRPr>
            </a:pPr>
            <a:r>
              <a:t>Project Canvas - Übersicht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GOALS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Projektziele definieren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4747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USERS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Zielgruppe identifizieren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188720"/>
            <a:ext cx="365760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USER BENEFITS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Nutzen für Anwender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34747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TEAM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Projektteam zusammenstellen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834640"/>
            <a:ext cx="34747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SCOPE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Projektumfang abgrenzen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834640"/>
            <a:ext cx="365760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STAKEHOLDERS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Beteiligte erfassen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34747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DELIVERABLES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Liefergegenstände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480560"/>
            <a:ext cx="34747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ACTIVITIES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Aktivitäten planen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480560"/>
            <a:ext cx="365760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MILESTONES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Meilensteine setzen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166"/>
                </a:solidFill>
              </a:defRPr>
            </a:pPr>
            <a:r>
              <a:t>GOALS - Projektziele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✓  Professionelles Lyric-Video erstellen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✓  Songtext synchron zum Audio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✓  Motion Graphics mit Partikeln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✓  Cover Design mit Riven Logo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✓  AI-generierte Visualisierungen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166"/>
                </a:solidFill>
              </a:defRPr>
            </a:pPr>
            <a:r>
              <a:t>USERS &amp; USER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166"/>
                </a:solidFill>
              </a:defRPr>
            </a:pPr>
            <a:r>
              <a:t>USERS (Zielgruppe)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Riven Fans weltweit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YouTube Zuschauer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Spotify Hörer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Musik-Enthusiasten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AI &amp; Tech Interessierte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486400" cy="502920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166"/>
                </a:solidFill>
              </a:defRPr>
            </a:pPr>
            <a:r>
              <a:t>USER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Emotionaler Impact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Inspiration zum Aufstehen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Visuelle Schönheit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Professionelle Qualität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Kostenlos zugänglich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166"/>
                </a:solidFill>
              </a:defRPr>
            </a:pPr>
            <a:r>
              <a:t>TEAM &amp;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166"/>
                </a:solidFill>
              </a:defRPr>
            </a:pPr>
            <a: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👤 OpenCode (AI Agent)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👤 Claude (AI Agent)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👤 User (Udo Sassik)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👤 Billi (Arbeitsverzeichnis)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486400" cy="502920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166"/>
                </a:solidFill>
              </a:defRPr>
            </a:pPr>
            <a:r>
              <a:t>STAKEHOLDERS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Udo Sassik (Artist)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Riven Community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YouTube/Spotify Plattformen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KI-Tool Entwickler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166"/>
                </a:solidFill>
              </a:defRPr>
            </a:pPr>
            <a:r>
              <a:t>DELIVERABLES - Liefergegenstände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0972800" cy="109728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✅ Motion Graphics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Video mit Partikeln &amp; Animation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554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D166"/>
                </a:solidFill>
              </a:defRPr>
            </a:pPr>
            <a:r>
              <a:t>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0972800" cy="109728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✅ Cover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Professionelles Cover mit 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8346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D166"/>
                </a:solidFill>
              </a:defRPr>
            </a:pPr>
            <a: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0972800" cy="109728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🔄 Lyric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Songtext synchron zum 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1148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D166"/>
                </a:solidFill>
              </a:defRPr>
            </a:pPr>
            <a:r>
              <a:t>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79"/>
            <a:ext cx="10972800" cy="109728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⏳ AI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3949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KI-generierte Visualisierungen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39495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D166"/>
                </a:solidFill>
              </a:defRPr>
            </a:pPr>
            <a:r>
              <a:t>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166"/>
                </a:solidFill>
              </a:defRPr>
            </a:pPr>
            <a:r>
              <a:t>MILESTONES - Meilensteine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8229600" cy="50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971800"/>
            <a:ext cx="457200" cy="4572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D166"/>
                </a:solidFill>
              </a:defRPr>
            </a:pPr>
            <a:r>
              <a:t>05.04.2026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</a:t>
            </a:r>
            <a:br/>
            <a:r>
              <a:t>Motion Graphics</a:t>
            </a:r>
          </a:p>
        </p:txBody>
      </p:sp>
      <p:sp>
        <p:nvSpPr>
          <p:cNvPr id="8" name="Oval 7"/>
          <p:cNvSpPr/>
          <p:nvPr/>
        </p:nvSpPr>
        <p:spPr>
          <a:xfrm>
            <a:off x="3383280" y="2971800"/>
            <a:ext cx="457200" cy="4572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D166"/>
                </a:solidFill>
              </a:defRPr>
            </a:pPr>
            <a:r>
              <a:t>06.04.2026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657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</a:t>
            </a:r>
            <a:br/>
            <a:r>
              <a:t>Cover Design</a:t>
            </a:r>
          </a:p>
        </p:txBody>
      </p:sp>
      <p:sp>
        <p:nvSpPr>
          <p:cNvPr id="11" name="Oval 10"/>
          <p:cNvSpPr/>
          <p:nvPr/>
        </p:nvSpPr>
        <p:spPr>
          <a:xfrm>
            <a:off x="5394960" y="2971800"/>
            <a:ext cx="457200" cy="4572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D166"/>
                </a:solidFill>
              </a:defRPr>
            </a:pPr>
            <a:r>
              <a:t>15.04.2026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657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🔄</a:t>
            </a:r>
            <a:br/>
            <a:r>
              <a:t>Lyric Video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2971800"/>
            <a:ext cx="457200" cy="4572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D166"/>
                </a:solidFill>
              </a:defRPr>
            </a:pPr>
            <a:r>
              <a:t>01.05.2026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657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⏳</a:t>
            </a:r>
            <a:br/>
            <a:r>
              <a:t>AI Video</a:t>
            </a:r>
          </a:p>
        </p:txBody>
      </p:sp>
      <p:sp>
        <p:nvSpPr>
          <p:cNvPr id="17" name="Oval 16"/>
          <p:cNvSpPr/>
          <p:nvPr/>
        </p:nvSpPr>
        <p:spPr>
          <a:xfrm>
            <a:off x="9418320" y="2971800"/>
            <a:ext cx="457200" cy="4572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D166"/>
                </a:solidFill>
              </a:defRPr>
            </a:pPr>
            <a:r>
              <a:t>15.05.2026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57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⏳</a:t>
            </a:r>
            <a:br/>
            <a:r>
              <a:t>Final Compilation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166"/>
                </a:solidFill>
              </a:defRPr>
            </a:pPr>
            <a:r>
              <a:t>RISKS - Risiken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097280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Keine NVIDIA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KI-Video Rendering langsam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6464"/>
                </a:solidFill>
              </a:defRPr>
            </a:pPr>
            <a:r>
              <a:t>🔴 Hoch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1097280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Moviepy 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Video-Codec Probleme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3832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D166"/>
                </a:solidFill>
              </a:defRPr>
            </a:pPr>
            <a:r>
              <a:t>🟡 Mittel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1097280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Zeit-Limit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Komplexität überschätzen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029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D166"/>
                </a:solidFill>
              </a:defRPr>
            </a:pPr>
            <a:r>
              <a:t>🟡 Mittel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