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4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BUSINESS MODEL CANVAS - PM TOOL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" y="828000"/>
            <a:ext cx="2222640" cy="2484000"/>
          </a:xfrm>
          <a:prstGeom prst="rect">
            <a:avLst/>
          </a:prstGeom>
          <a:solidFill>
            <a:srgbClr val="F0F4F9"/>
          </a:solidFill>
          <a:ln w="1524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900">
                <a:solidFill>
                  <a:srgbClr val="1F497D"/>
                </a:solidFill>
              </a:rPr>
              <a:t>KEY PARTNERS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Ollama (lokale KI)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OpenCode (Terminal-Agent)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Claude (Strategie)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GitHub (Versionskontrolle)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2546640" y="828000"/>
            <a:ext cx="2222640" cy="2484000"/>
          </a:xfrm>
          <a:prstGeom prst="rect">
            <a:avLst/>
          </a:prstGeom>
          <a:solidFill>
            <a:srgbClr val="F0F4F9"/>
          </a:solidFill>
          <a:ln w="1524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900">
                <a:solidFill>
                  <a:srgbClr val="1F497D"/>
                </a:solidFill>
              </a:rPr>
              <a:t>KEY ACTIVITIES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Charter Generator entwickeln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Canvas Generator entwickeln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Gantt Generator entwickeln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KI-Assistent integrieren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985280" y="828000"/>
            <a:ext cx="2222640" cy="2484000"/>
          </a:xfrm>
          <a:prstGeom prst="rect">
            <a:avLst/>
          </a:prstGeom>
          <a:solidFill>
            <a:srgbClr val="F0F4F9"/>
          </a:solidFill>
          <a:ln w="1524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900">
                <a:solidFill>
                  <a:srgbClr val="1F497D"/>
                </a:solidFill>
              </a:rPr>
              <a:t>VALUE PROPOSITION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Automatische PM-Dokumente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KI-gestuetzte Planung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100% lokal &amp; kostenlos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Ein-Klick-Generierung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23920" y="828000"/>
            <a:ext cx="2222640" cy="2484000"/>
          </a:xfrm>
          <a:prstGeom prst="rect">
            <a:avLst/>
          </a:prstGeom>
          <a:solidFill>
            <a:srgbClr val="F0F4F9"/>
          </a:solidFill>
          <a:ln w="1524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900">
                <a:solidFill>
                  <a:srgbClr val="1F497D"/>
                </a:solidFill>
              </a:rPr>
              <a:t>CUSTOMER RELATIONS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Selbstnutzung (Udo)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Zukuenftig: SGS/SPIE Teams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GitHub Community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9862560" y="828000"/>
            <a:ext cx="2222640" cy="2484000"/>
          </a:xfrm>
          <a:prstGeom prst="rect">
            <a:avLst/>
          </a:prstGeom>
          <a:solidFill>
            <a:srgbClr val="F0F4F9"/>
          </a:solidFill>
          <a:ln w="1524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900">
                <a:solidFill>
                  <a:srgbClr val="1F497D"/>
                </a:solidFill>
              </a:rPr>
              <a:t>CUSTOMER SEGMENTS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Projektmanager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Site Manager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KMU ohne teure PM-Tools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2546640" y="3528000"/>
            <a:ext cx="2222640" cy="2484000"/>
          </a:xfrm>
          <a:prstGeom prst="rect">
            <a:avLst/>
          </a:prstGeom>
          <a:solidFill>
            <a:srgbClr val="F0F4F9"/>
          </a:solidFill>
          <a:ln w="1524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900">
                <a:solidFill>
                  <a:srgbClr val="1F497D"/>
                </a:solidFill>
              </a:rPr>
              <a:t>KEY RESOURCES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Python-Stack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Ollama llama3.1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SHARED_BRAIN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PM-Vorlagen</a:t>
            </a:r>
          </a:p>
        </p:txBody>
      </p:sp>
      <p:sp>
        <p:nvSpPr>
          <p:cNvPr id="9" name="Rectangle 8"/>
          <p:cNvSpPr/>
          <p:nvPr/>
        </p:nvSpPr>
        <p:spPr>
          <a:xfrm>
            <a:off x="7423920" y="3528000"/>
            <a:ext cx="4661280" cy="2484000"/>
          </a:xfrm>
          <a:prstGeom prst="rect">
            <a:avLst/>
          </a:prstGeom>
          <a:solidFill>
            <a:srgbClr val="F0F4F9"/>
          </a:solidFill>
          <a:ln w="1524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900">
                <a:solidFill>
                  <a:srgbClr val="1F497D"/>
                </a:solidFill>
              </a:rPr>
              <a:t>CHANNELS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Lokal (CLI)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Zukuenftig: Web-Interface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GitHub Release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000" y="6228000"/>
            <a:ext cx="5880600" cy="450000"/>
          </a:xfrm>
          <a:prstGeom prst="rect">
            <a:avLst/>
          </a:prstGeom>
          <a:solidFill>
            <a:srgbClr val="DDE8F5"/>
          </a:solidFill>
          <a:ln w="1524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900">
                <a:solidFill>
                  <a:srgbClr val="1F497D"/>
                </a:solidFill>
              </a:rPr>
              <a:t>COST STRUCTURE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0 Euro - nur kostenlose Tools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Hardware (bestehendes Laptop)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Zeit-Investition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4600" y="6228000"/>
            <a:ext cx="5880600" cy="450000"/>
          </a:xfrm>
          <a:prstGeom prst="rect">
            <a:avLst/>
          </a:prstGeom>
          <a:solidFill>
            <a:srgbClr val="DDE8F5"/>
          </a:solidFill>
          <a:ln w="1524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900">
                <a:solidFill>
                  <a:srgbClr val="1F497D"/>
                </a:solidFill>
              </a:rPr>
              <a:t>REVENUE STREAMS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Aktuell: Persoenlicher Nutzen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Zukuenftig: Open Source Reputation</a:t>
            </a:r>
          </a:p>
          <a:p>
            <a:pPr algn="l"/>
            <a:r>
              <a:rPr sz="800">
                <a:solidFill>
                  <a:srgbClr val="1A1A1A"/>
                </a:solidFill>
              </a:rPr>
              <a:t>* Zukuenftig: Freelance PM-Services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93200" y="6606001"/>
            <a:ext cx="172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888888"/>
                </a:solidFill>
              </a:rPr>
              <a:t>Erstellt: 07.04.2026 | Udo Sassik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